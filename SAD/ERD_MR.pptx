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5" r:id="rId9"/>
    <p:sldId id="266" r:id="rId10"/>
    <p:sldId id="267" r:id="rId11"/>
    <p:sldId id="268" r:id="rId12"/>
    <p:sldId id="269" r:id="rId13"/>
    <p:sldId id="270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05180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914400"/>
            <a:ext cx="4572000" cy="457200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1371600" y="2743200"/>
            <a:ext cx="3657600" cy="3657600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57200" y="2286000"/>
            <a:ext cx="73152" cy="16459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188720"/>
            <a:ext cx="7315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Entity-Relationship</a:t>
            </a:r>
            <a:endParaRPr lang="en-US" sz="4400" dirty="0"/>
          </a:p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Diagrams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640080" y="23317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Merging Relations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40080" y="32004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Abhilekh Subedi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377440" cy="51435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0" y="19202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kern="0" spc="4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0" y="246888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will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 today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0" y="365760"/>
            <a:ext cx="60350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834640" y="365760"/>
            <a:ext cx="411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291840" y="36576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ER Diagrams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0" y="932688"/>
            <a:ext cx="60350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834640" y="932688"/>
            <a:ext cx="411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291840" y="932688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Entities and Attributes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743200" y="1499616"/>
            <a:ext cx="60350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834640" y="1499616"/>
            <a:ext cx="411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291840" y="1499616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Relationships &amp; Cardinality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743200" y="2066544"/>
            <a:ext cx="60350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2834640" y="2066544"/>
            <a:ext cx="411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291840" y="2066544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Entities &amp; Participation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743200" y="2633472"/>
            <a:ext cx="60350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834640" y="2633472"/>
            <a:ext cx="411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291840" y="2633472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Enhanced ER (EER)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2743200" y="3200400"/>
            <a:ext cx="60350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2834640" y="3200400"/>
            <a:ext cx="411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291840" y="320040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Mapping ER to Relational Schema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2743200" y="3767328"/>
            <a:ext cx="60350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2834640" y="3767328"/>
            <a:ext cx="411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291840" y="3767328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Merging Relations — Concepts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2743200" y="4334256"/>
            <a:ext cx="60350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2834640" y="4334256"/>
            <a:ext cx="411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291840" y="4334256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Merging Techniques &amp; Examples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an ER Diagram?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4023360" cy="1097280"/>
          </a:xfrm>
          <a:prstGeom prst="rect">
            <a:avLst/>
          </a:prstGeom>
          <a:solidFill>
            <a:srgbClr val="F0F4F8"/>
          </a:solidFill>
          <a:ln w="12700">
            <a:solidFill>
              <a:srgbClr val="BAE6FD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64008" cy="109728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30352" y="100584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30352" y="132588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ER Diagram is a visual representation of data and the relationships between different data entities in a database.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914400"/>
            <a:ext cx="4023360" cy="1097280"/>
          </a:xfrm>
          <a:prstGeom prst="rect">
            <a:avLst/>
          </a:prstGeom>
          <a:solidFill>
            <a:srgbClr val="F0F4F8"/>
          </a:solidFill>
          <a:ln w="12700">
            <a:solidFill>
              <a:srgbClr val="BAE6FD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754880" y="914400"/>
            <a:ext cx="64008" cy="109728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919472" y="100584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919472" y="132588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by Peter Chen in 1976 as a conceptual data model for designing relational database schemas.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2194560"/>
            <a:ext cx="4023360" cy="1097280"/>
          </a:xfrm>
          <a:prstGeom prst="rect">
            <a:avLst/>
          </a:prstGeom>
          <a:solidFill>
            <a:srgbClr val="F0F4F8"/>
          </a:solidFill>
          <a:ln w="12700">
            <a:solidFill>
              <a:srgbClr val="BAE6FD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65760" y="2194560"/>
            <a:ext cx="64008" cy="109728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30352" y="228600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30352" y="260604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Bridges the gap between business requirements and technical database structure before implementation.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754880" y="2194560"/>
            <a:ext cx="4023360" cy="1097280"/>
          </a:xfrm>
          <a:prstGeom prst="rect">
            <a:avLst/>
          </a:prstGeom>
          <a:solidFill>
            <a:srgbClr val="F0F4F8"/>
          </a:solidFill>
          <a:ln w="12700">
            <a:solidFill>
              <a:srgbClr val="BAE6FD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754880" y="2194560"/>
            <a:ext cx="64008" cy="109728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919472" y="228600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919472" y="260604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in software design, database planning, system analysis, and documentation of complex data models.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65760" y="347472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Components at a Glance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65760" y="3840480"/>
            <a:ext cx="2651760" cy="3657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65760" y="384048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Entities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246120" y="3840480"/>
            <a:ext cx="2651760" cy="3657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246120" y="384048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Attributes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126480" y="3840480"/>
            <a:ext cx="2651760" cy="3657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126480" y="384048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4343400"/>
            <a:ext cx="2651760" cy="3657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365760" y="43434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Keys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246120" y="4343400"/>
            <a:ext cx="2651760" cy="3657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3246120" y="43434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Cardinality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126480" y="4343400"/>
            <a:ext cx="2651760" cy="3657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6126480" y="43434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Participation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Entities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84124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274320" cy="10972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77240" y="10515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Entity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" y="141732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Exists independently. Has a primary key. Represented by a single rectangle.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858000" y="1143000"/>
            <a:ext cx="1554480" cy="640080"/>
          </a:xfrm>
          <a:prstGeom prst="rect">
            <a:avLst/>
          </a:prstGeom>
          <a:solidFill>
            <a:srgbClr val="E8F0FE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858000" y="114300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194560"/>
            <a:ext cx="84124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65760" y="2194560"/>
            <a:ext cx="274320" cy="10972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77240" y="22860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Entity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77240" y="265176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exist without a related strong entity. Identified by a double rectangle.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675120" y="2286000"/>
            <a:ext cx="1920240" cy="822960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766560" y="2377440"/>
            <a:ext cx="1737360" cy="640080"/>
          </a:xfrm>
          <a:prstGeom prst="rect">
            <a:avLst/>
          </a:prstGeom>
          <a:solidFill>
            <a:srgbClr val="FFFBE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675120" y="228600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3429000"/>
            <a:ext cx="84124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365760" y="3429000"/>
            <a:ext cx="274320" cy="10972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77240" y="35204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Associative Entity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77240" y="388620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Represents a relationship that also has attributes. Shown as a rectangle within a diamond.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of Attributes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4023360" cy="1143000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02920" y="1234440"/>
            <a:ext cx="594360" cy="45720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188720" y="1005840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188720" y="1325880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be divided further. Atomic value.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188720" y="1664208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e.g., Age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663440" y="914400"/>
            <a:ext cx="4023360" cy="1143000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800600" y="1234440"/>
            <a:ext cx="594360" cy="45720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486400" y="1005840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0" y="1325880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be broken into sub-attributes.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0" y="1664208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e.g., Full Name → First, Last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2194560"/>
            <a:ext cx="4023360" cy="1143000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502920" y="2514600"/>
            <a:ext cx="594360" cy="45720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188720" y="2286000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Derived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88720" y="2606040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Computed from other attributes. Shown with dashed oval.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188720" y="2944368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e.g., Age from DOB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663440" y="2194560"/>
            <a:ext cx="4023360" cy="1143000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800600" y="2514600"/>
            <a:ext cx="594360" cy="4572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486400" y="2286000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Multi-valued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86400" y="2606040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hold multiple values. Double oval.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486400" y="2944368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e.g., Phone Numbers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65760" y="3474720"/>
            <a:ext cx="4023360" cy="1143000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502920" y="3794760"/>
            <a:ext cx="594360" cy="457200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1188720" y="3566160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Attribute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188720" y="3886200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Uniquely identifies an entity instance.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188720" y="4224528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e.g., Student_ID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663440" y="3474720"/>
            <a:ext cx="4023360" cy="1143000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4800600" y="3794760"/>
            <a:ext cx="594360" cy="457200"/>
          </a:xfrm>
          <a:prstGeom prst="ellipse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5486400" y="3566160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B5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 Attribute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486400" y="3886200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have no value for some entities.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486400" y="4224528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e.g., Middle Name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Relationships &amp; Cardinality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 rot="2700000">
            <a:off x="777240" y="1188720"/>
            <a:ext cx="548640" cy="5486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554480" y="1024128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One-to-One (1:1)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554480" y="13716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entity in A is associated with exactly one entity in B.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583680" y="1188720"/>
            <a:ext cx="1920240" cy="502920"/>
          </a:xfrm>
          <a:prstGeom prst="rect">
            <a:avLst/>
          </a:prstGeom>
          <a:solidFill>
            <a:srgbClr val="000000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583680" y="118872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↔ Passport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194560"/>
            <a:ext cx="84124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 rot="2700000">
            <a:off x="777240" y="2468880"/>
            <a:ext cx="548640" cy="54864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554480" y="2304288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One-to-Many (1:N)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554480" y="26517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entity in A relates to multiple entities in B.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583680" y="2468880"/>
            <a:ext cx="1920240" cy="502920"/>
          </a:xfrm>
          <a:prstGeom prst="rect">
            <a:avLst/>
          </a:prstGeom>
          <a:solidFill>
            <a:srgbClr val="000000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583680" y="246888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→ Employees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3474720"/>
            <a:ext cx="84124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 rot="2700000">
            <a:off x="777240" y="3749040"/>
            <a:ext cx="548640" cy="5486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554480" y="3584448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Many-to-Many (M:N)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554480" y="39319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entities in A relate to multiple in B.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583680" y="3749040"/>
            <a:ext cx="1920240" cy="502920"/>
          </a:xfrm>
          <a:prstGeom prst="rect">
            <a:avLst/>
          </a:prstGeom>
          <a:solidFill>
            <a:srgbClr val="000000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583680" y="374904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↔ Courses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65760" y="470916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Cardinality defines the numerical relationship between entity instances in a relationship.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 Diagram — Notation &amp; Symbols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8412480" cy="4114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Symbol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743200" y="86868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 Used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669280" y="86868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Meaning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1325880"/>
            <a:ext cx="84124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7200" y="1325880"/>
            <a:ext cx="2286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Rectangle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743200" y="1325880"/>
            <a:ext cx="2743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border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669280" y="1325880"/>
            <a:ext cx="2926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(strong)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1783080"/>
            <a:ext cx="8412480" cy="438912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57200" y="1783080"/>
            <a:ext cx="2286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 Rectangle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743200" y="1783080"/>
            <a:ext cx="2743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 border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669280" y="1783080"/>
            <a:ext cx="2926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Entity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2240280"/>
            <a:ext cx="84124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57200" y="2240280"/>
            <a:ext cx="2286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Diamond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743200" y="2240280"/>
            <a:ext cx="2743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Rotated square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669280" y="2240280"/>
            <a:ext cx="2926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2697480"/>
            <a:ext cx="8412480" cy="438912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57200" y="2697480"/>
            <a:ext cx="2286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 Diamond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743200" y="2697480"/>
            <a:ext cx="2743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 rotated square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669280" y="2697480"/>
            <a:ext cx="2926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Identifying Relationship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65760" y="3154680"/>
            <a:ext cx="84124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57200" y="3154680"/>
            <a:ext cx="2286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Ellipse / Oval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2743200" y="3154680"/>
            <a:ext cx="2743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ellipse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669280" y="3154680"/>
            <a:ext cx="2926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65760" y="3611880"/>
            <a:ext cx="8412480" cy="438912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57200" y="3611880"/>
            <a:ext cx="2286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 Ellipse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2743200" y="3611880"/>
            <a:ext cx="2743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 ellipse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669280" y="3611880"/>
            <a:ext cx="2926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Multi-valued Attribute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65760" y="4069080"/>
            <a:ext cx="84124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57200" y="4069080"/>
            <a:ext cx="2286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Dashed Ellipse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2743200" y="4069080"/>
            <a:ext cx="2743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Dashed ellipse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669280" y="4069080"/>
            <a:ext cx="2926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Derived Attribute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365760" y="4526280"/>
            <a:ext cx="8412480" cy="438912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457200" y="4526280"/>
            <a:ext cx="2286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Underlined Text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2743200" y="4526280"/>
            <a:ext cx="2743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with underline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669280" y="4526280"/>
            <a:ext cx="2926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Attribute (Primary Key)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Mapping ER → Relational Schema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896112"/>
            <a:ext cx="406908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02920" y="1078992"/>
            <a:ext cx="475488" cy="475488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107899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97280" y="987552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Entity → Table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97280" y="1353312"/>
            <a:ext cx="3200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strong entity becomes a table. Its attributes become columns. The primary key is retained.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709160" y="896112"/>
            <a:ext cx="406908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846320" y="1078992"/>
            <a:ext cx="475488" cy="475488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846320" y="107899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40680" y="987552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Entity → Table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40680" y="1353312"/>
            <a:ext cx="3200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 the primary key of the owner entity as a foreign key. Combined with partial key forms the primary key.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65760" y="2249424"/>
            <a:ext cx="406908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502920" y="2432304"/>
            <a:ext cx="475488" cy="475488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02920" y="2432304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97280" y="2340864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1:1 Relationship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97280" y="2706624"/>
            <a:ext cx="3200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into one table, or add a foreign key to one side (preferably total participation side).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709160" y="2249424"/>
            <a:ext cx="406908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846320" y="2432304"/>
            <a:ext cx="475488" cy="475488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846320" y="2432304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40680" y="2340864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1:N Relationship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440680" y="2706624"/>
            <a:ext cx="3200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the primary key of the '1' side as a foreign key in the 'N' side table.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65760" y="3602736"/>
            <a:ext cx="406908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502920" y="3785616"/>
            <a:ext cx="475488" cy="475488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02920" y="3785616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097280" y="3694176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M:N Relationship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097280" y="4059936"/>
            <a:ext cx="3200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new relationship table. Include primary keys from both entities as foreign keys. These together form the composite PK.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709160" y="3602736"/>
            <a:ext cx="406908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4846320" y="3785616"/>
            <a:ext cx="475488" cy="475488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846320" y="3785616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440680" y="3694176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Multi-valued Attributes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440680" y="4059936"/>
            <a:ext cx="3200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separate table with the attribute and the PK of the entity as a foreign key.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Merging Relations — Core Concept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1371600"/>
          </a:xfrm>
          <a:prstGeom prst="rect">
            <a:avLst/>
          </a:prstGeom>
          <a:solidFill>
            <a:srgbClr val="EFF6FF"/>
          </a:solidFill>
          <a:ln w="12700">
            <a:solidFill>
              <a:srgbClr val="BAE6FD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73152" cy="13716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987552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1371600"/>
            <a:ext cx="7772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Merging relations (also called relation merging or schema consolidation) is the process of combining two or more relational schemas that share the same primary key into a single, unified relation — reducing redundancy and improving query efficiency.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242316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Can We Merge?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65760" y="2834640"/>
            <a:ext cx="8412480" cy="438912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02920" y="2926080"/>
            <a:ext cx="256032" cy="256032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68680" y="2834640"/>
            <a:ext cx="7772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relations have the same primary key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3337560"/>
            <a:ext cx="84124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502920" y="3429000"/>
            <a:ext cx="256032" cy="256032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68680" y="3337560"/>
            <a:ext cx="7772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 originated from a 1:1 relationship mapping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3840480"/>
            <a:ext cx="8412480" cy="438912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502920" y="3931920"/>
            <a:ext cx="256032" cy="256032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68680" y="3840480"/>
            <a:ext cx="7772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relation was created from a total-participation entity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65760" y="4343400"/>
            <a:ext cx="84124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502920" y="4434840"/>
            <a:ext cx="256032" cy="256032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868680" y="4343400"/>
            <a:ext cx="7772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schemas belong to the same entity in the ER model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Merging Technique — Step by Step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1188720" cy="71323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914400"/>
            <a:ext cx="11887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691640" y="969264"/>
            <a:ext cx="2743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Candidate Relations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691640" y="1261872"/>
            <a:ext cx="6949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all relations that share identical primary keys. These are candidates for merging.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1737360"/>
            <a:ext cx="84124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65760" y="1737360"/>
            <a:ext cx="1188720" cy="71323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65760" y="1737360"/>
            <a:ext cx="11887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691640" y="1792224"/>
            <a:ext cx="2743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Compatibility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691640" y="2084832"/>
            <a:ext cx="6949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 all attributes are compatible in type and domain. Identify any conflicts or overlapping attributes.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2560320"/>
            <a:ext cx="84124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65760" y="2560320"/>
            <a:ext cx="1188720" cy="71323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65760" y="2560320"/>
            <a:ext cx="11887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691640" y="2615184"/>
            <a:ext cx="2743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Union of Attributes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691640" y="2907792"/>
            <a:ext cx="6949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the merged relation by taking the union of all attributes from both relations, keeping the shared primary key.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3383280"/>
            <a:ext cx="84124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365760" y="3383280"/>
            <a:ext cx="1188720" cy="71323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65760" y="3383280"/>
            <a:ext cx="11887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691640" y="3438144"/>
            <a:ext cx="2743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NULL Values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691640" y="3730752"/>
            <a:ext cx="6949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Attributes not present in all source relations will contain NULL for tuples originating from relations lacking that attribute.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65760" y="4206240"/>
            <a:ext cx="84124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365760" y="4206240"/>
            <a:ext cx="1188720" cy="71323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65760" y="4206240"/>
            <a:ext cx="11887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691640" y="4261104"/>
            <a:ext cx="2743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Functional Dependencies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691640" y="4553712"/>
            <a:ext cx="6949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 all functional dependencies are preserved in the merged schema and no anomalies are introduced.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Merging Relations —Example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 Scenario: Person has a Passport (1:1, total on Person side)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3840480" cy="1600200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1234440"/>
            <a:ext cx="3840480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" y="123444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Table (Before)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1691640"/>
            <a:ext cx="3474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person_id (PK)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date_of_birth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nationality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846320" y="1234440"/>
            <a:ext cx="3840480" cy="1600200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846320" y="1234440"/>
            <a:ext cx="3840480" cy="3840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846320" y="123444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PASSPORT Table (Before)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29200" y="1691640"/>
            <a:ext cx="3474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person_id (PK, FK)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passport_number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issue_date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expiry_date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2971800"/>
            <a:ext cx="8412480" cy="0"/>
          </a:xfrm>
          <a:prstGeom prst="line">
            <a:avLst/>
          </a:prstGeom>
          <a:noFill/>
          <a:ln w="12700">
            <a:solidFill>
              <a:srgbClr val="06B6D4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749040" y="2999232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MERGED →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371600" y="3337560"/>
            <a:ext cx="6400800" cy="1600200"/>
          </a:xfrm>
          <a:prstGeom prst="rect">
            <a:avLst/>
          </a:prstGeom>
          <a:solidFill>
            <a:srgbClr val="F0FDF4"/>
          </a:solidFill>
          <a:ln w="12700">
            <a:solidFill>
              <a:srgbClr val="10B98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1371600" y="3337560"/>
            <a:ext cx="6400800" cy="38404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371600" y="3337560"/>
            <a:ext cx="6400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PERSON_PASSPORT (Merged)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554480" y="3794760"/>
            <a:ext cx="6035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person_id (PK)   |   name   |   date_of_birth   |   nationality   |   passport_number   |   issue_date   |   expiry_date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Benefits, Pitfalls &amp; Best Practices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2606040" cy="3931920"/>
          </a:xfrm>
          <a:prstGeom prst="rect">
            <a:avLst/>
          </a:prstGeom>
          <a:solidFill>
            <a:srgbClr val="F0FDF4"/>
          </a:solidFill>
          <a:ln w="12700">
            <a:solidFill>
              <a:srgbClr val="10B98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2606040" cy="38404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914400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Benefits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141732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Reduces number of tables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1947672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Fewer JOINs in queries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2478024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Less storage overhead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3008376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Simpler data access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3538728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Avoids redundant PKs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64408" y="914400"/>
            <a:ext cx="2606040" cy="3931920"/>
          </a:xfrm>
          <a:prstGeom prst="rect">
            <a:avLst/>
          </a:prstGeom>
          <a:solidFill>
            <a:srgbClr val="FFF7ED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264408" y="914400"/>
            <a:ext cx="2606040" cy="3840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264408" y="914400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Pitfalls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401568" y="141732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Increased NULL values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401568" y="1947672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May violate normal forms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401568" y="2478024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Can cause update anomalies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401568" y="3008376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Harder to enforce FK constraints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401568" y="3538728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Loss of semantic clarity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172200" y="914400"/>
            <a:ext cx="2606040" cy="3931920"/>
          </a:xfrm>
          <a:prstGeom prst="rect">
            <a:avLst/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172200" y="914400"/>
            <a:ext cx="2606040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172200" y="914400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Best Practices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309360" y="141732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Merge only 1:1 mapped relations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309360" y="1947672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Check NULL tolerance first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309360" y="2478024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Verify normal form compliance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309360" y="3008376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Document original schemas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309360" y="3538728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Test with real data samples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457200"/>
            <a:ext cx="4572000" cy="4572000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914400" y="3200400"/>
            <a:ext cx="3200400" cy="320040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&amp; Key Takeaways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868680"/>
            <a:ext cx="5486400" cy="457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8046720" cy="475488"/>
          </a:xfrm>
          <a:prstGeom prst="rect">
            <a:avLst/>
          </a:prstGeom>
          <a:solidFill>
            <a:srgbClr val="1B2A4A"/>
          </a:solidFill>
          <a:ln w="12700">
            <a:solidFill>
              <a:srgbClr val="243B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45720" cy="47548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0080" y="1051560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 Diagrams: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240280" y="1051560"/>
            <a:ext cx="6126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Conceptual models representing entities, attributes, and relationships in a system.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57200" y="1600200"/>
            <a:ext cx="8046720" cy="475488"/>
          </a:xfrm>
          <a:prstGeom prst="rect">
            <a:avLst/>
          </a:prstGeom>
          <a:solidFill>
            <a:srgbClr val="1B2A4A"/>
          </a:solidFill>
          <a:ln w="12700">
            <a:solidFill>
              <a:srgbClr val="243B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57200" y="1600200"/>
            <a:ext cx="45720" cy="47548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40080" y="1600200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Entities: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240280" y="1600200"/>
            <a:ext cx="6126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Strong, weak, and associative entities form the building blocks of the schema.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57200" y="2148840"/>
            <a:ext cx="8046720" cy="475488"/>
          </a:xfrm>
          <a:prstGeom prst="rect">
            <a:avLst/>
          </a:prstGeom>
          <a:solidFill>
            <a:srgbClr val="1B2A4A"/>
          </a:solidFill>
          <a:ln w="12700">
            <a:solidFill>
              <a:srgbClr val="243B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57200" y="2148840"/>
            <a:ext cx="45720" cy="47548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40080" y="2148840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Attributes: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240280" y="2148840"/>
            <a:ext cx="6126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Simple, composite, derived, multi-valued, and key attributes describe entity properties.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57200" y="2697480"/>
            <a:ext cx="8046720" cy="475488"/>
          </a:xfrm>
          <a:prstGeom prst="rect">
            <a:avLst/>
          </a:prstGeom>
          <a:solidFill>
            <a:srgbClr val="1B2A4A"/>
          </a:solidFill>
          <a:ln w="12700">
            <a:solidFill>
              <a:srgbClr val="243B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57200" y="2697480"/>
            <a:ext cx="45720" cy="47548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40080" y="2697480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Cardinality: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240280" y="2697480"/>
            <a:ext cx="6126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1:1, 1:N, M:N ratios define how entities relate; participation can be total or partial.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57200" y="3246120"/>
            <a:ext cx="8046720" cy="475488"/>
          </a:xfrm>
          <a:prstGeom prst="rect">
            <a:avLst/>
          </a:prstGeom>
          <a:solidFill>
            <a:srgbClr val="1B2A4A"/>
          </a:solidFill>
          <a:ln w="12700">
            <a:solidFill>
              <a:srgbClr val="243B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57200" y="3246120"/>
            <a:ext cx="45720" cy="47548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40080" y="3246120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Mapping Rules: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2240280" y="3246120"/>
            <a:ext cx="6126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 components map to tables using well-defined rules preserving keys and constraints.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57200" y="3794760"/>
            <a:ext cx="8046720" cy="475488"/>
          </a:xfrm>
          <a:prstGeom prst="rect">
            <a:avLst/>
          </a:prstGeom>
          <a:solidFill>
            <a:srgbClr val="1B2A4A"/>
          </a:solidFill>
          <a:ln w="12700">
            <a:solidFill>
              <a:srgbClr val="243B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457200" y="3794760"/>
            <a:ext cx="45720" cy="47548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40080" y="3794760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Merging Relations: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2240280" y="3794760"/>
            <a:ext cx="6126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schemas sharing the same PK to reduce redundancy and improve efficiency.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457200" y="4343400"/>
            <a:ext cx="8046720" cy="475488"/>
          </a:xfrm>
          <a:prstGeom prst="rect">
            <a:avLst/>
          </a:prstGeom>
          <a:solidFill>
            <a:srgbClr val="1B2A4A"/>
          </a:solidFill>
          <a:ln w="12700">
            <a:solidFill>
              <a:srgbClr val="243B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457200" y="4343400"/>
            <a:ext cx="45720" cy="47548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640080" y="4343400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to Merge: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2240280" y="4343400"/>
            <a:ext cx="6126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only when safe: same primary key, compatible domains, no normal form violations.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 |  Questions Welcome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156</TotalTime>
  <Words>1117</Words>
  <Application>Microsoft Office PowerPoint</Application>
  <PresentationFormat>On-screen Show (16:9)</PresentationFormat>
  <Paragraphs>212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ER Diagram and Merging Relations</dc:title>
  <dc:subject>PptxGenJS Presentation</dc:subject>
  <dc:creator>PptxGenJS</dc:creator>
  <cp:lastModifiedBy>Abhilekh Subedi</cp:lastModifiedBy>
  <cp:revision>5</cp:revision>
  <dcterms:created xsi:type="dcterms:W3CDTF">2026-03-16T02:47:39Z</dcterms:created>
  <dcterms:modified xsi:type="dcterms:W3CDTF">2026-03-17T02:28:48Z</dcterms:modified>
</cp:coreProperties>
</file>